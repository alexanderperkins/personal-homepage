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g3a8ca713108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 name="Google Shape;59;g3a8ca713108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g3a8ca713108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 name="Google Shape;68;g3a8ca713108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3a8ca713108_0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 name="Google Shape;75;g3a8ca713108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a8ca713108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3a8ca713108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3a8ca713108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 name="Google Shape;91;g3a8ca713108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3a8ca713108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3a8ca713108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3a8ca713108_0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 name="Google Shape;105;g3a8ca713108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3a8ca713108_0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 name="Google Shape;112;g3a8ca713108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png"/><Relationship Id="rId4" Type="http://schemas.openxmlformats.org/officeDocument/2006/relationships/hyperlink" Target="https://www.youtube.com/watch?v=agWw2XSS6fo"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Alex Perkins Homepage</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fontScale="85000" lnSpcReduction="20000"/>
          </a:bodyPr>
          <a:lstStyle/>
          <a:p>
            <a:pPr indent="0" lvl="0" marL="0" rtl="0" algn="ctr">
              <a:spcBef>
                <a:spcPts val="0"/>
              </a:spcBef>
              <a:spcAft>
                <a:spcPts val="0"/>
              </a:spcAft>
              <a:buNone/>
            </a:pPr>
            <a:r>
              <a:rPr lang="en"/>
              <a:t>Project 1: Web Development Course</a:t>
            </a:r>
            <a:br>
              <a:rPr lang="en"/>
            </a:br>
            <a:r>
              <a:rPr lang="en"/>
              <a:t>Northeastern University</a:t>
            </a:r>
            <a:endParaRPr/>
          </a:p>
        </p:txBody>
      </p:sp>
      <p:pic>
        <p:nvPicPr>
          <p:cNvPr id="56" name="Google Shape;56;p13"/>
          <p:cNvPicPr preferRelativeResize="0"/>
          <p:nvPr/>
        </p:nvPicPr>
        <p:blipFill>
          <a:blip r:embed="rId3">
            <a:alphaModFix/>
          </a:blip>
          <a:stretch>
            <a:fillRect/>
          </a:stretch>
        </p:blipFill>
        <p:spPr>
          <a:xfrm>
            <a:off x="6973000" y="4324438"/>
            <a:ext cx="2058424" cy="67542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sp>
        <p:nvSpPr>
          <p:cNvPr id="61" name="Google Shape;61;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Objectives</a:t>
            </a:r>
            <a:endParaRPr/>
          </a:p>
        </p:txBody>
      </p:sp>
      <p:pic>
        <p:nvPicPr>
          <p:cNvPr id="62" name="Google Shape;62;p14"/>
          <p:cNvPicPr preferRelativeResize="0"/>
          <p:nvPr/>
        </p:nvPicPr>
        <p:blipFill>
          <a:blip r:embed="rId3">
            <a:alphaModFix/>
          </a:blip>
          <a:stretch>
            <a:fillRect/>
          </a:stretch>
        </p:blipFill>
        <p:spPr>
          <a:xfrm>
            <a:off x="6973000" y="4324438"/>
            <a:ext cx="2058424" cy="675425"/>
          </a:xfrm>
          <a:prstGeom prst="rect">
            <a:avLst/>
          </a:prstGeom>
          <a:noFill/>
          <a:ln>
            <a:noFill/>
          </a:ln>
        </p:spPr>
      </p:pic>
      <p:sp>
        <p:nvSpPr>
          <p:cNvPr id="63" name="Google Shape;63;p14"/>
          <p:cNvSpPr txBox="1"/>
          <p:nvPr>
            <p:ph idx="1" type="body"/>
          </p:nvPr>
        </p:nvSpPr>
        <p:spPr>
          <a:xfrm>
            <a:off x="311700" y="1152475"/>
            <a:ext cx="8520600" cy="13140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sz="1700">
                <a:solidFill>
                  <a:schemeClr val="dk1"/>
                </a:solidFill>
              </a:rPr>
              <a:t>To implement static </a:t>
            </a:r>
            <a:r>
              <a:rPr lang="en" sz="1700">
                <a:solidFill>
                  <a:schemeClr val="dk1"/>
                </a:solidFill>
              </a:rPr>
              <a:t>homepage using HTML5, CSS3 and ES6+ and with no backend or any components libraries to be used. Not using jQuery and all JS code are in ES6 modules. </a:t>
            </a:r>
            <a:endParaRPr sz="1700">
              <a:solidFill>
                <a:schemeClr val="dk1"/>
              </a:solidFill>
            </a:endParaRPr>
          </a:p>
        </p:txBody>
      </p:sp>
      <p:sp>
        <p:nvSpPr>
          <p:cNvPr id="64" name="Google Shape;64;p14"/>
          <p:cNvSpPr txBox="1"/>
          <p:nvPr>
            <p:ph type="title"/>
          </p:nvPr>
        </p:nvSpPr>
        <p:spPr>
          <a:xfrm>
            <a:off x="311700" y="2508649"/>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Project Description</a:t>
            </a:r>
            <a:endParaRPr/>
          </a:p>
        </p:txBody>
      </p:sp>
      <p:sp>
        <p:nvSpPr>
          <p:cNvPr id="65" name="Google Shape;65;p14"/>
          <p:cNvSpPr txBox="1"/>
          <p:nvPr>
            <p:ph idx="1" type="body"/>
          </p:nvPr>
        </p:nvSpPr>
        <p:spPr>
          <a:xfrm>
            <a:off x="311700" y="3216099"/>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sz="1700">
                <a:solidFill>
                  <a:schemeClr val="dk1"/>
                </a:solidFill>
              </a:rPr>
              <a:t>Homepage for Alex Perkins to include brief background, projects, and contact information as way for recruiters, professors, classmates, and any colleagues or other professionals to visit for introduction. </a:t>
            </a:r>
            <a:endParaRPr sz="23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 name="Shape 69"/>
        <p:cNvGrpSpPr/>
        <p:nvPr/>
      </p:nvGrpSpPr>
      <p:grpSpPr>
        <a:xfrm>
          <a:off x="0" y="0"/>
          <a:ext cx="0" cy="0"/>
          <a:chOff x="0" y="0"/>
          <a:chExt cx="0" cy="0"/>
        </a:xfrm>
      </p:grpSpPr>
      <p:sp>
        <p:nvSpPr>
          <p:cNvPr id="70" name="Google Shape;70;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User Personas</a:t>
            </a:r>
            <a:endParaRPr/>
          </a:p>
        </p:txBody>
      </p:sp>
      <p:pic>
        <p:nvPicPr>
          <p:cNvPr id="71" name="Google Shape;71;p15"/>
          <p:cNvPicPr preferRelativeResize="0"/>
          <p:nvPr/>
        </p:nvPicPr>
        <p:blipFill>
          <a:blip r:embed="rId3">
            <a:alphaModFix/>
          </a:blip>
          <a:stretch>
            <a:fillRect/>
          </a:stretch>
        </p:blipFill>
        <p:spPr>
          <a:xfrm>
            <a:off x="6973000" y="4324438"/>
            <a:ext cx="2058424" cy="675425"/>
          </a:xfrm>
          <a:prstGeom prst="rect">
            <a:avLst/>
          </a:prstGeom>
          <a:noFill/>
          <a:ln>
            <a:noFill/>
          </a:ln>
        </p:spPr>
      </p:pic>
      <p:sp>
        <p:nvSpPr>
          <p:cNvPr id="72" name="Google Shape;72;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12700" lvl="0" marL="0" rtl="0" algn="l">
              <a:lnSpc>
                <a:spcPct val="105000"/>
              </a:lnSpc>
              <a:spcBef>
                <a:spcPts val="0"/>
              </a:spcBef>
              <a:spcAft>
                <a:spcPts val="0"/>
              </a:spcAft>
              <a:buNone/>
            </a:pPr>
            <a:r>
              <a:rPr lang="en" sz="1700">
                <a:solidFill>
                  <a:schemeClr val="dk1"/>
                </a:solidFill>
              </a:rPr>
              <a:t>Recruiters</a:t>
            </a:r>
            <a:endParaRPr sz="1700">
              <a:solidFill>
                <a:schemeClr val="dk1"/>
              </a:solidFill>
            </a:endParaRPr>
          </a:p>
          <a:p>
            <a:pPr indent="-336550" lvl="0" marL="457200" rtl="0" algn="l">
              <a:lnSpc>
                <a:spcPct val="105000"/>
              </a:lnSpc>
              <a:spcBef>
                <a:spcPts val="800"/>
              </a:spcBef>
              <a:spcAft>
                <a:spcPts val="0"/>
              </a:spcAft>
              <a:buClr>
                <a:schemeClr val="dk1"/>
              </a:buClr>
              <a:buSzPts val="1700"/>
              <a:buChar char="-"/>
            </a:pPr>
            <a:r>
              <a:rPr lang="en" sz="1700">
                <a:solidFill>
                  <a:schemeClr val="dk1"/>
                </a:solidFill>
              </a:rPr>
              <a:t>those looking for summary of skills and achievements with visibility into projects, access to GitHub and Linkedin, and contact information</a:t>
            </a:r>
            <a:endParaRPr sz="1700">
              <a:solidFill>
                <a:schemeClr val="dk1"/>
              </a:solidFill>
            </a:endParaRPr>
          </a:p>
          <a:p>
            <a:pPr indent="12700" lvl="0" marL="0" rtl="0" algn="l">
              <a:lnSpc>
                <a:spcPct val="105000"/>
              </a:lnSpc>
              <a:spcBef>
                <a:spcPts val="800"/>
              </a:spcBef>
              <a:spcAft>
                <a:spcPts val="0"/>
              </a:spcAft>
              <a:buNone/>
            </a:pPr>
            <a:r>
              <a:rPr lang="en" sz="1700">
                <a:solidFill>
                  <a:schemeClr val="dk1"/>
                </a:solidFill>
              </a:rPr>
              <a:t>Professors, Classmates</a:t>
            </a:r>
            <a:endParaRPr sz="1700">
              <a:solidFill>
                <a:schemeClr val="dk1"/>
              </a:solidFill>
            </a:endParaRPr>
          </a:p>
          <a:p>
            <a:pPr indent="-336550" lvl="0" marL="457200" rtl="0" algn="l">
              <a:lnSpc>
                <a:spcPct val="105000"/>
              </a:lnSpc>
              <a:spcBef>
                <a:spcPts val="800"/>
              </a:spcBef>
              <a:spcAft>
                <a:spcPts val="0"/>
              </a:spcAft>
              <a:buClr>
                <a:schemeClr val="dk1"/>
              </a:buClr>
              <a:buSzPts val="1700"/>
              <a:buChar char="-"/>
            </a:pPr>
            <a:r>
              <a:rPr lang="en" sz="1700">
                <a:solidFill>
                  <a:schemeClr val="dk1"/>
                </a:solidFill>
              </a:rPr>
              <a:t>those looking to learn about Alex’s background and relevant experience or coursework</a:t>
            </a:r>
            <a:endParaRPr sz="1700">
              <a:solidFill>
                <a:schemeClr val="dk1"/>
              </a:solidFill>
            </a:endParaRPr>
          </a:p>
          <a:p>
            <a:pPr indent="12700" lvl="0" marL="0" rtl="0" algn="l">
              <a:lnSpc>
                <a:spcPct val="105000"/>
              </a:lnSpc>
              <a:spcBef>
                <a:spcPts val="800"/>
              </a:spcBef>
              <a:spcAft>
                <a:spcPts val="0"/>
              </a:spcAft>
              <a:buNone/>
            </a:pPr>
            <a:r>
              <a:rPr lang="en" sz="1700">
                <a:solidFill>
                  <a:schemeClr val="dk1"/>
                </a:solidFill>
              </a:rPr>
              <a:t>Colleagues, other Professionals</a:t>
            </a:r>
            <a:endParaRPr sz="1700">
              <a:solidFill>
                <a:schemeClr val="dk1"/>
              </a:solidFill>
            </a:endParaRPr>
          </a:p>
          <a:p>
            <a:pPr indent="-336550" lvl="0" marL="457200" rtl="0" algn="l">
              <a:lnSpc>
                <a:spcPct val="105000"/>
              </a:lnSpc>
              <a:spcBef>
                <a:spcPts val="800"/>
              </a:spcBef>
              <a:spcAft>
                <a:spcPts val="0"/>
              </a:spcAft>
              <a:buClr>
                <a:schemeClr val="dk1"/>
              </a:buClr>
              <a:buSzPts val="1700"/>
              <a:buChar char="-"/>
            </a:pPr>
            <a:r>
              <a:rPr lang="en" sz="1700">
                <a:solidFill>
                  <a:schemeClr val="dk1"/>
                </a:solidFill>
              </a:rPr>
              <a:t>those looking to connect or share experiences</a:t>
            </a:r>
            <a:endParaRPr sz="1700">
              <a:solidFill>
                <a:schemeClr val="dk1"/>
              </a:solidFill>
            </a:endParaRPr>
          </a:p>
          <a:p>
            <a:pPr indent="0" lvl="0" marL="0" rtl="0" algn="l">
              <a:lnSpc>
                <a:spcPct val="105000"/>
              </a:lnSpc>
              <a:spcBef>
                <a:spcPts val="800"/>
              </a:spcBef>
              <a:spcAft>
                <a:spcPts val="1200"/>
              </a:spcAft>
              <a:buNone/>
            </a:pPr>
            <a:r>
              <a:t/>
            </a:r>
            <a:endParaRPr sz="1700">
              <a:solidFill>
                <a:schemeClr val="dk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User Stories</a:t>
            </a:r>
            <a:endParaRPr/>
          </a:p>
        </p:txBody>
      </p:sp>
      <p:pic>
        <p:nvPicPr>
          <p:cNvPr id="78" name="Google Shape;78;p16"/>
          <p:cNvPicPr preferRelativeResize="0"/>
          <p:nvPr/>
        </p:nvPicPr>
        <p:blipFill>
          <a:blip r:embed="rId3">
            <a:alphaModFix/>
          </a:blip>
          <a:stretch>
            <a:fillRect/>
          </a:stretch>
        </p:blipFill>
        <p:spPr>
          <a:xfrm>
            <a:off x="6973000" y="4324438"/>
            <a:ext cx="2058424" cy="675425"/>
          </a:xfrm>
          <a:prstGeom prst="rect">
            <a:avLst/>
          </a:prstGeom>
          <a:noFill/>
          <a:ln>
            <a:noFill/>
          </a:ln>
        </p:spPr>
      </p:pic>
      <p:sp>
        <p:nvSpPr>
          <p:cNvPr id="79" name="Google Shape;79;p16"/>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12700" lvl="0" marL="0" rtl="0" algn="l">
              <a:lnSpc>
                <a:spcPct val="95000"/>
              </a:lnSpc>
              <a:spcBef>
                <a:spcPts val="0"/>
              </a:spcBef>
              <a:spcAft>
                <a:spcPts val="0"/>
              </a:spcAft>
              <a:buSzPts val="935"/>
              <a:buNone/>
            </a:pPr>
            <a:r>
              <a:rPr lang="en" sz="1730">
                <a:solidFill>
                  <a:schemeClr val="dk1"/>
                </a:solidFill>
              </a:rPr>
              <a:t>Recruiters</a:t>
            </a:r>
            <a:endParaRPr sz="1730">
              <a:solidFill>
                <a:schemeClr val="dk1"/>
              </a:solidFill>
            </a:endParaRPr>
          </a:p>
          <a:p>
            <a:pPr indent="-338455" lvl="0" marL="457200" rtl="0" algn="l">
              <a:lnSpc>
                <a:spcPct val="95000"/>
              </a:lnSpc>
              <a:spcBef>
                <a:spcPts val="800"/>
              </a:spcBef>
              <a:spcAft>
                <a:spcPts val="0"/>
              </a:spcAft>
              <a:buClr>
                <a:schemeClr val="dk1"/>
              </a:buClr>
              <a:buSzPts val="1730"/>
              <a:buChar char="-"/>
            </a:pPr>
            <a:r>
              <a:rPr lang="en" sz="1730">
                <a:solidFill>
                  <a:schemeClr val="dk1"/>
                </a:solidFill>
              </a:rPr>
              <a:t>reviewing candidates for role and finds Alex’s Linkedin profile. Decides to click on homepage to learn more about his background and projects to determine if it matches with client’s needs before reaching out.</a:t>
            </a:r>
            <a:endParaRPr sz="1730">
              <a:solidFill>
                <a:schemeClr val="dk1"/>
              </a:solidFill>
            </a:endParaRPr>
          </a:p>
          <a:p>
            <a:pPr indent="12700" lvl="0" marL="0" rtl="0" algn="l">
              <a:lnSpc>
                <a:spcPct val="95000"/>
              </a:lnSpc>
              <a:spcBef>
                <a:spcPts val="800"/>
              </a:spcBef>
              <a:spcAft>
                <a:spcPts val="0"/>
              </a:spcAft>
              <a:buSzPts val="935"/>
              <a:buNone/>
            </a:pPr>
            <a:r>
              <a:rPr lang="en" sz="1730">
                <a:solidFill>
                  <a:schemeClr val="dk1"/>
                </a:solidFill>
              </a:rPr>
              <a:t>Professors, Classmates</a:t>
            </a:r>
            <a:endParaRPr sz="1730">
              <a:solidFill>
                <a:schemeClr val="dk1"/>
              </a:solidFill>
            </a:endParaRPr>
          </a:p>
          <a:p>
            <a:pPr indent="-338455" lvl="0" marL="457200" rtl="0" algn="l">
              <a:lnSpc>
                <a:spcPct val="95000"/>
              </a:lnSpc>
              <a:spcBef>
                <a:spcPts val="800"/>
              </a:spcBef>
              <a:spcAft>
                <a:spcPts val="0"/>
              </a:spcAft>
              <a:buClr>
                <a:schemeClr val="dk1"/>
              </a:buClr>
              <a:buSzPts val="1730"/>
              <a:buChar char="-"/>
            </a:pPr>
            <a:r>
              <a:rPr lang="en" sz="1730">
                <a:solidFill>
                  <a:schemeClr val="dk1"/>
                </a:solidFill>
              </a:rPr>
              <a:t>review</a:t>
            </a:r>
            <a:r>
              <a:rPr lang="en" sz="1730">
                <a:solidFill>
                  <a:schemeClr val="dk1"/>
                </a:solidFill>
              </a:rPr>
              <a:t>s</a:t>
            </a:r>
            <a:r>
              <a:rPr lang="en" sz="1730">
                <a:solidFill>
                  <a:schemeClr val="dk1"/>
                </a:solidFill>
              </a:rPr>
              <a:t> Alex’s homepage to see the webpages meet criteria of coursework and verify abilities with course progression.</a:t>
            </a:r>
            <a:endParaRPr sz="1730">
              <a:solidFill>
                <a:schemeClr val="dk1"/>
              </a:solidFill>
            </a:endParaRPr>
          </a:p>
          <a:p>
            <a:pPr indent="12700" lvl="0" marL="0" rtl="0" algn="l">
              <a:lnSpc>
                <a:spcPct val="95000"/>
              </a:lnSpc>
              <a:spcBef>
                <a:spcPts val="800"/>
              </a:spcBef>
              <a:spcAft>
                <a:spcPts val="0"/>
              </a:spcAft>
              <a:buSzPts val="935"/>
              <a:buNone/>
            </a:pPr>
            <a:r>
              <a:rPr lang="en" sz="1730">
                <a:solidFill>
                  <a:schemeClr val="dk1"/>
                </a:solidFill>
              </a:rPr>
              <a:t>Colleagues, other Professionals</a:t>
            </a:r>
            <a:endParaRPr sz="1730">
              <a:solidFill>
                <a:schemeClr val="dk1"/>
              </a:solidFill>
            </a:endParaRPr>
          </a:p>
          <a:p>
            <a:pPr indent="-338455" lvl="0" marL="457200" rtl="0" algn="l">
              <a:lnSpc>
                <a:spcPct val="95000"/>
              </a:lnSpc>
              <a:spcBef>
                <a:spcPts val="800"/>
              </a:spcBef>
              <a:spcAft>
                <a:spcPts val="0"/>
              </a:spcAft>
              <a:buClr>
                <a:schemeClr val="dk1"/>
              </a:buClr>
              <a:buSzPts val="1730"/>
              <a:buChar char="-"/>
            </a:pPr>
            <a:r>
              <a:rPr lang="en" sz="1730">
                <a:solidFill>
                  <a:schemeClr val="dk1"/>
                </a:solidFill>
              </a:rPr>
              <a:t>sees mutual connection on Linkedin or meets Alex at networking event. Visits homepage to understand Alex’s background and consider future opportunities together.</a:t>
            </a:r>
            <a:endParaRPr sz="1730">
              <a:solidFill>
                <a:schemeClr val="dk1"/>
              </a:solidFill>
            </a:endParaRPr>
          </a:p>
          <a:p>
            <a:pPr indent="0" lvl="0" marL="0" rtl="0" algn="l">
              <a:lnSpc>
                <a:spcPct val="95000"/>
              </a:lnSpc>
              <a:spcBef>
                <a:spcPts val="800"/>
              </a:spcBef>
              <a:spcAft>
                <a:spcPts val="1200"/>
              </a:spcAft>
              <a:buSzPts val="935"/>
              <a:buNone/>
            </a:pPr>
            <a:r>
              <a:t/>
            </a:r>
            <a:endParaRPr sz="1730">
              <a:solidFill>
                <a:schemeClr val="dk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Design Mockups</a:t>
            </a:r>
            <a:endParaRPr/>
          </a:p>
        </p:txBody>
      </p:sp>
      <p:pic>
        <p:nvPicPr>
          <p:cNvPr id="85" name="Google Shape;85;p17"/>
          <p:cNvPicPr preferRelativeResize="0"/>
          <p:nvPr/>
        </p:nvPicPr>
        <p:blipFill>
          <a:blip r:embed="rId3">
            <a:alphaModFix/>
          </a:blip>
          <a:stretch>
            <a:fillRect/>
          </a:stretch>
        </p:blipFill>
        <p:spPr>
          <a:xfrm>
            <a:off x="6973000" y="4324438"/>
            <a:ext cx="2058424" cy="675425"/>
          </a:xfrm>
          <a:prstGeom prst="rect">
            <a:avLst/>
          </a:prstGeom>
          <a:noFill/>
          <a:ln>
            <a:noFill/>
          </a:ln>
        </p:spPr>
      </p:pic>
      <p:pic>
        <p:nvPicPr>
          <p:cNvPr id="86" name="Google Shape;86;p17"/>
          <p:cNvPicPr preferRelativeResize="0"/>
          <p:nvPr/>
        </p:nvPicPr>
        <p:blipFill>
          <a:blip r:embed="rId4">
            <a:alphaModFix/>
          </a:blip>
          <a:stretch>
            <a:fillRect/>
          </a:stretch>
        </p:blipFill>
        <p:spPr>
          <a:xfrm>
            <a:off x="152400" y="1017725"/>
            <a:ext cx="2889950" cy="3306724"/>
          </a:xfrm>
          <a:prstGeom prst="rect">
            <a:avLst/>
          </a:prstGeom>
          <a:noFill/>
          <a:ln>
            <a:noFill/>
          </a:ln>
        </p:spPr>
      </p:pic>
      <p:pic>
        <p:nvPicPr>
          <p:cNvPr id="87" name="Google Shape;87;p17"/>
          <p:cNvPicPr preferRelativeResize="0"/>
          <p:nvPr/>
        </p:nvPicPr>
        <p:blipFill>
          <a:blip r:embed="rId5">
            <a:alphaModFix/>
          </a:blip>
          <a:stretch>
            <a:fillRect/>
          </a:stretch>
        </p:blipFill>
        <p:spPr>
          <a:xfrm>
            <a:off x="3235475" y="1101325"/>
            <a:ext cx="2889950" cy="3253650"/>
          </a:xfrm>
          <a:prstGeom prst="rect">
            <a:avLst/>
          </a:prstGeom>
          <a:noFill/>
          <a:ln>
            <a:noFill/>
          </a:ln>
        </p:spPr>
      </p:pic>
      <p:pic>
        <p:nvPicPr>
          <p:cNvPr id="88" name="Google Shape;88;p17"/>
          <p:cNvPicPr preferRelativeResize="0"/>
          <p:nvPr/>
        </p:nvPicPr>
        <p:blipFill>
          <a:blip r:embed="rId6">
            <a:alphaModFix/>
          </a:blip>
          <a:stretch>
            <a:fillRect/>
          </a:stretch>
        </p:blipFill>
        <p:spPr>
          <a:xfrm>
            <a:off x="6318550" y="1074787"/>
            <a:ext cx="2622226" cy="33067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Technology Used</a:t>
            </a:r>
            <a:endParaRPr/>
          </a:p>
        </p:txBody>
      </p:sp>
      <p:pic>
        <p:nvPicPr>
          <p:cNvPr id="94" name="Google Shape;94;p18"/>
          <p:cNvPicPr preferRelativeResize="0"/>
          <p:nvPr/>
        </p:nvPicPr>
        <p:blipFill>
          <a:blip r:embed="rId3">
            <a:alphaModFix/>
          </a:blip>
          <a:stretch>
            <a:fillRect/>
          </a:stretch>
        </p:blipFill>
        <p:spPr>
          <a:xfrm>
            <a:off x="6973000" y="4324438"/>
            <a:ext cx="2058424" cy="675425"/>
          </a:xfrm>
          <a:prstGeom prst="rect">
            <a:avLst/>
          </a:prstGeom>
          <a:noFill/>
          <a:ln>
            <a:noFill/>
          </a:ln>
        </p:spPr>
      </p:pic>
      <p:sp>
        <p:nvSpPr>
          <p:cNvPr id="95" name="Google Shape;95;p1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lang="en">
                <a:solidFill>
                  <a:schemeClr val="dk1"/>
                </a:solidFill>
              </a:rPr>
              <a:t>VS Code</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ESLint</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Live Server</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Prettier</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Netlify</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Claude Sonnet</a:t>
            </a:r>
            <a:endParaRPr>
              <a:solidFill>
                <a:schemeClr val="dk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What I’m Proud Of</a:t>
            </a:r>
            <a:endParaRPr/>
          </a:p>
        </p:txBody>
      </p:sp>
      <p:pic>
        <p:nvPicPr>
          <p:cNvPr id="101" name="Google Shape;101;p19"/>
          <p:cNvPicPr preferRelativeResize="0"/>
          <p:nvPr/>
        </p:nvPicPr>
        <p:blipFill>
          <a:blip r:embed="rId3">
            <a:alphaModFix/>
          </a:blip>
          <a:stretch>
            <a:fillRect/>
          </a:stretch>
        </p:blipFill>
        <p:spPr>
          <a:xfrm>
            <a:off x="6973000" y="4324438"/>
            <a:ext cx="2058424" cy="675425"/>
          </a:xfrm>
          <a:prstGeom prst="rect">
            <a:avLst/>
          </a:prstGeom>
          <a:noFill/>
          <a:ln>
            <a:noFill/>
          </a:ln>
        </p:spPr>
      </p:pic>
      <p:sp>
        <p:nvSpPr>
          <p:cNvPr id="102" name="Google Shape;102;p1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lang="en">
                <a:solidFill>
                  <a:schemeClr val="dk1"/>
                </a:solidFill>
              </a:rPr>
              <a:t>Completing personalized </a:t>
            </a:r>
            <a:r>
              <a:rPr lang="en">
                <a:solidFill>
                  <a:schemeClr val="dk1"/>
                </a:solidFill>
              </a:rPr>
              <a:t>web pages</a:t>
            </a:r>
            <a:r>
              <a:rPr lang="en">
                <a:solidFill>
                  <a:schemeClr val="dk1"/>
                </a:solidFill>
              </a:rPr>
              <a:t> without much clutter and using it to represent some of my accomplishments</a:t>
            </a:r>
            <a:br>
              <a:rPr lang="en">
                <a:solidFill>
                  <a:schemeClr val="dk1"/>
                </a:solidFill>
              </a:rPr>
            </a:b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Including and adjusting images successfully whether it’s just to provide the alt images required or including some as background and knowing where edits need to be made between CSS and HTML</a:t>
            </a:r>
            <a:endParaRPr>
              <a:solidFill>
                <a:schemeClr val="dk1"/>
              </a:solidFill>
            </a:endParaRPr>
          </a:p>
          <a:p>
            <a:pPr indent="0" lvl="0" marL="0" rtl="0" algn="l">
              <a:spcBef>
                <a:spcPts val="1200"/>
              </a:spcBef>
              <a:spcAft>
                <a:spcPts val="0"/>
              </a:spcAft>
              <a:buNone/>
            </a:pPr>
            <a:r>
              <a:t/>
            </a:r>
            <a:endParaRPr>
              <a:solidFill>
                <a:schemeClr val="dk1"/>
              </a:solidFill>
            </a:endParaRPr>
          </a:p>
          <a:p>
            <a:pPr indent="0" lvl="0" marL="0" rtl="0" algn="l">
              <a:spcBef>
                <a:spcPts val="1200"/>
              </a:spcBef>
              <a:spcAft>
                <a:spcPts val="1200"/>
              </a:spcAft>
              <a:buNone/>
            </a:pPr>
            <a:r>
              <a:t/>
            </a:r>
            <a:endParaRPr>
              <a:solidFill>
                <a:schemeClr val="dk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What I Struggled Most With</a:t>
            </a:r>
            <a:endParaRPr/>
          </a:p>
        </p:txBody>
      </p:sp>
      <p:pic>
        <p:nvPicPr>
          <p:cNvPr id="108" name="Google Shape;108;p20"/>
          <p:cNvPicPr preferRelativeResize="0"/>
          <p:nvPr/>
        </p:nvPicPr>
        <p:blipFill>
          <a:blip r:embed="rId3">
            <a:alphaModFix/>
          </a:blip>
          <a:stretch>
            <a:fillRect/>
          </a:stretch>
        </p:blipFill>
        <p:spPr>
          <a:xfrm>
            <a:off x="6973000" y="4324438"/>
            <a:ext cx="2058424" cy="675425"/>
          </a:xfrm>
          <a:prstGeom prst="rect">
            <a:avLst/>
          </a:prstGeom>
          <a:noFill/>
          <a:ln>
            <a:noFill/>
          </a:ln>
        </p:spPr>
      </p:pic>
      <p:sp>
        <p:nvSpPr>
          <p:cNvPr id="109" name="Google Shape;109;p20"/>
          <p:cNvSpPr txBox="1"/>
          <p:nvPr>
            <p:ph idx="1" type="body"/>
          </p:nvPr>
        </p:nvSpPr>
        <p:spPr>
          <a:xfrm>
            <a:off x="311700" y="1152475"/>
            <a:ext cx="8520600" cy="3847500"/>
          </a:xfrm>
          <a:prstGeom prst="rect">
            <a:avLst/>
          </a:prstGeom>
        </p:spPr>
        <p:txBody>
          <a:bodyPr anchorCtr="0" anchor="t" bIns="91425" lIns="91425" spcFirstLastPara="1" rIns="91425" wrap="square" tIns="91425">
            <a:normAutofit/>
          </a:bodyPr>
          <a:lstStyle/>
          <a:p>
            <a:pPr indent="-336550" lvl="0" marL="457200" rtl="0" algn="l">
              <a:lnSpc>
                <a:spcPct val="105000"/>
              </a:lnSpc>
              <a:spcBef>
                <a:spcPts val="0"/>
              </a:spcBef>
              <a:spcAft>
                <a:spcPts val="0"/>
              </a:spcAft>
              <a:buClr>
                <a:schemeClr val="dk1"/>
              </a:buClr>
              <a:buSzPts val="1700"/>
              <a:buChar char="-"/>
            </a:pPr>
            <a:r>
              <a:rPr lang="en" sz="1700">
                <a:solidFill>
                  <a:schemeClr val="dk1"/>
                </a:solidFill>
              </a:rPr>
              <a:t>Initial proper set up for VS Code and extensions, making sure everything was working before actually starting and testing</a:t>
            </a:r>
            <a:br>
              <a:rPr lang="en" sz="1700">
                <a:solidFill>
                  <a:schemeClr val="dk1"/>
                </a:solidFill>
              </a:rPr>
            </a:br>
            <a:endParaRPr sz="1700">
              <a:solidFill>
                <a:schemeClr val="dk1"/>
              </a:solidFill>
            </a:endParaRPr>
          </a:p>
          <a:p>
            <a:pPr indent="-336550" lvl="0" marL="457200" rtl="0" algn="l">
              <a:lnSpc>
                <a:spcPct val="105000"/>
              </a:lnSpc>
              <a:spcBef>
                <a:spcPts val="0"/>
              </a:spcBef>
              <a:spcAft>
                <a:spcPts val="0"/>
              </a:spcAft>
              <a:buClr>
                <a:schemeClr val="dk1"/>
              </a:buClr>
              <a:buSzPts val="1700"/>
              <a:buChar char="-"/>
            </a:pPr>
            <a:r>
              <a:rPr lang="en" sz="1700">
                <a:solidFill>
                  <a:schemeClr val="dk1"/>
                </a:solidFill>
              </a:rPr>
              <a:t>Making multiple edits and deployments without much planning and trying to finalize resulted in running out of credits on Netlify and </a:t>
            </a:r>
            <a:r>
              <a:rPr lang="en" sz="1700">
                <a:solidFill>
                  <a:schemeClr val="dk1"/>
                </a:solidFill>
              </a:rPr>
              <a:t>ultimately required me to pay for membership or start over elsewhere</a:t>
            </a:r>
            <a:br>
              <a:rPr lang="en" sz="1700">
                <a:solidFill>
                  <a:schemeClr val="dk1"/>
                </a:solidFill>
              </a:rPr>
            </a:br>
            <a:endParaRPr sz="1700">
              <a:solidFill>
                <a:schemeClr val="dk1"/>
              </a:solidFill>
            </a:endParaRPr>
          </a:p>
          <a:p>
            <a:pPr indent="-336550" lvl="0" marL="457200" rtl="0" algn="l">
              <a:lnSpc>
                <a:spcPct val="105000"/>
              </a:lnSpc>
              <a:spcBef>
                <a:spcPts val="0"/>
              </a:spcBef>
              <a:spcAft>
                <a:spcPts val="0"/>
              </a:spcAft>
              <a:buClr>
                <a:schemeClr val="dk1"/>
              </a:buClr>
              <a:buSzPts val="1700"/>
              <a:buChar char="-"/>
            </a:pPr>
            <a:r>
              <a:rPr lang="en" sz="1700">
                <a:solidFill>
                  <a:schemeClr val="dk1"/>
                </a:solidFill>
              </a:rPr>
              <a:t>Struggled implementing the typing animation to make homepage stand out so had to rely on AI for implementation support which I was then able to edit it</a:t>
            </a:r>
            <a:br>
              <a:rPr lang="en" sz="1700">
                <a:solidFill>
                  <a:schemeClr val="dk1"/>
                </a:solidFill>
              </a:rPr>
            </a:br>
            <a:endParaRPr sz="1700">
              <a:solidFill>
                <a:schemeClr val="dk1"/>
              </a:solidFill>
            </a:endParaRPr>
          </a:p>
          <a:p>
            <a:pPr indent="-336550" lvl="0" marL="457200" rtl="0" algn="l">
              <a:lnSpc>
                <a:spcPct val="105000"/>
              </a:lnSpc>
              <a:spcBef>
                <a:spcPts val="0"/>
              </a:spcBef>
              <a:spcAft>
                <a:spcPts val="0"/>
              </a:spcAft>
              <a:buClr>
                <a:schemeClr val="dk1"/>
              </a:buClr>
              <a:buSzPts val="1700"/>
              <a:buChar char="-"/>
            </a:pPr>
            <a:r>
              <a:rPr lang="en" sz="1700">
                <a:solidFill>
                  <a:schemeClr val="dk1"/>
                </a:solidFill>
              </a:rPr>
              <a:t>Ran out of time and didn’t plan adequate time to complete the assignment on due date</a:t>
            </a:r>
            <a:endParaRPr sz="1700">
              <a:solidFill>
                <a:schemeClr val="dk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Demo</a:t>
            </a:r>
            <a:endParaRPr/>
          </a:p>
        </p:txBody>
      </p:sp>
      <p:pic>
        <p:nvPicPr>
          <p:cNvPr id="115" name="Google Shape;115;p21"/>
          <p:cNvPicPr preferRelativeResize="0"/>
          <p:nvPr/>
        </p:nvPicPr>
        <p:blipFill>
          <a:blip r:embed="rId3">
            <a:alphaModFix/>
          </a:blip>
          <a:stretch>
            <a:fillRect/>
          </a:stretch>
        </p:blipFill>
        <p:spPr>
          <a:xfrm>
            <a:off x="6973000" y="4324438"/>
            <a:ext cx="2058424" cy="675425"/>
          </a:xfrm>
          <a:prstGeom prst="rect">
            <a:avLst/>
          </a:prstGeom>
          <a:noFill/>
          <a:ln>
            <a:noFill/>
          </a:ln>
        </p:spPr>
      </p:pic>
      <p:sp>
        <p:nvSpPr>
          <p:cNvPr id="116" name="Google Shape;116;p2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u="sng">
                <a:solidFill>
                  <a:schemeClr val="hlink"/>
                </a:solidFill>
                <a:hlinkClick r:id="rId4"/>
              </a:rPr>
              <a:t>https://www.youtube.com/watch?v=agWw2XSS6fo</a:t>
            </a:r>
            <a:endParaRPr/>
          </a:p>
          <a:p>
            <a:pPr indent="0" lvl="0" marL="0" rtl="0" algn="l">
              <a:spcBef>
                <a:spcPts val="1200"/>
              </a:spcBef>
              <a:spcAft>
                <a:spcPts val="120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